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4630400" cy="8229600"/>
  <p:notesSz cx="8229600" cy="14630400"/>
  <p:embeddedFontLst>
    <p:embeddedFont>
      <p:font typeface="Merriweather Bold" panose="00000800000000000000" pitchFamily="2" charset="-120"/>
      <p:bold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02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23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50000"/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462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Pathpilot</a:t>
            </a: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45788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Career Decision Simulator 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89" y="424517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intelligent platform that transforms your education, skills, and ambitions into personalized career roadmaps — complete with salary predictions, risk analysis, and real-time market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32090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How It Works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68" y="1430179"/>
            <a:ext cx="12854226" cy="5543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2888" y="5922078"/>
            <a:ext cx="2916209" cy="364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Gemini AI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752888" y="4638946"/>
            <a:ext cx="2916209" cy="364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Backend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752888" y="3368775"/>
            <a:ext cx="2916209" cy="364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Frontend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752888" y="2085643"/>
            <a:ext cx="2916209" cy="364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User Input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834628" y="7148155"/>
            <a:ext cx="1296102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PathForge AI connects a clean web interface to a Node.js backend that builds structured prompts and calls the Gemini API — returning career paths, salary data, risk scores, and market trends in real time.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86405" y="4629696"/>
            <a:ext cx="7226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From Confusion to Clarity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999774" y="585908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Career planning is overwhelming. PathForge AI replaces guesswork with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guidance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giving students and early professionals the confidence to choose a path that fits their unique profile.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2412001" y="5338475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E5BEB2"/>
          </a:solidFill>
          <a:ln/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1884C8-E1EE-6728-87AA-A71E896D3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765" y="253958"/>
            <a:ext cx="6754090" cy="3667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blipFill dpi="0" rotWithShape="1">
          <a:blip r:embed="rId3">
            <a:alphaModFix amt="95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03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Abstract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73367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PathForge AI is an intelligent career decision simulator designed to assist students and early professionals in making informed career choices. The system analyzes user inputs — education, skills, interests, and uploaded documents — to generate </a:t>
            </a:r>
            <a:r>
              <a:rPr lang="en-US" sz="175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career pathways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5485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provides salary projections, job demand trends, and automation risk scores, enabling meaningful comparison across career options.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599521" y="2224445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69041" y="2224445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7" name="Text 5"/>
          <p:cNvSpPr/>
          <p:nvPr/>
        </p:nvSpPr>
        <p:spPr>
          <a:xfrm>
            <a:off x="7948255" y="2481739"/>
            <a:ext cx="28580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AI-Powered Insights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48255" y="3062883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predictions via Gemini API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3909893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9041" y="3909893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1" name="Text 9"/>
          <p:cNvSpPr/>
          <p:nvPr/>
        </p:nvSpPr>
        <p:spPr>
          <a:xfrm>
            <a:off x="7948255" y="4167188"/>
            <a:ext cx="31072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Modern Web Interface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48255" y="474833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3D UI with chatbot and PDF export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599521" y="5595342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9041" y="5595342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5" name="Text 13"/>
          <p:cNvSpPr/>
          <p:nvPr/>
        </p:nvSpPr>
        <p:spPr>
          <a:xfrm>
            <a:off x="7948255" y="5852636"/>
            <a:ext cx="31472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Data-Driven Decisions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48255" y="6433780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uncertainty in career planning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72358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Features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07" y="1909643"/>
            <a:ext cx="446484" cy="446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407" y="263080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AI Career Prediction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81407" y="3111460"/>
            <a:ext cx="63963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pathways generated from your unique profile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07" y="3905369"/>
            <a:ext cx="446484" cy="446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1407" y="462653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Career Comparison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81407" y="5107186"/>
            <a:ext cx="63963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Side-by-side evaluation of salary, demand, and risk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07" y="5901095"/>
            <a:ext cx="446484" cy="4464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1407" y="6622256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Chatbot Assistant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781407" y="7102912"/>
            <a:ext cx="63963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 follow-up questions and explore options conversationally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7452479" y="7102912"/>
            <a:ext cx="6396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and share your career report with one click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A840C2-A336-87A0-5AAC-A27430FCAA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122" y="0"/>
            <a:ext cx="7452598" cy="8092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blipFill dpi="0" rotWithShape="1">
          <a:blip r:embed="rId3">
            <a:alphaModFix amt="95000"/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76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Project Structure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306598"/>
            <a:ext cx="6571417" cy="3083481"/>
          </a:xfrm>
          <a:prstGeom prst="roundRect">
            <a:avLst>
              <a:gd name="adj" fmla="val 5296"/>
            </a:avLst>
          </a:prstGeom>
          <a:solidFill>
            <a:srgbClr val="FFAD94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533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114556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A08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Node.js + Express API server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3681532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A08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Dependencies and scripts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248507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A08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Gemini API key configuration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53341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Frontend</a:t>
            </a: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</a:t>
            </a:r>
            <a:r>
              <a:rPr lang="en-US" sz="2200" b="1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/public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1221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</a:t>
            </a:r>
            <a:r>
              <a:rPr lang="en-US" sz="175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dashboard UI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6891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3D animated login page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2561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Premium 3D visual styles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8231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Full frontend logic and data handling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645229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996940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5928717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frontend collects structured arrays (educationArray, skillsArray, etc.) and sends them to the backend, which constructs the AI prompt and calls Gemini.</a:t>
            </a:r>
            <a:endParaRPr lang="en-US" sz="1750" dirty="0"/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C8733726-D196-6107-6991-BA42E0E445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471461" y="1257656"/>
            <a:ext cx="1630085" cy="163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7807" y="677942"/>
            <a:ext cx="7343299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Enhanced User Experience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7807" y="1705332"/>
            <a:ext cx="7581186" cy="1296710"/>
          </a:xfrm>
          <a:prstGeom prst="roundRect">
            <a:avLst>
              <a:gd name="adj" fmla="val 72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98669" y="193619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💬</a:t>
            </a: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Chatbot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98669" y="2416850"/>
            <a:ext cx="71194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Conversational AI assistant to explore careers interactively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67807" y="3221831"/>
            <a:ext cx="7581186" cy="1296710"/>
          </a:xfrm>
          <a:prstGeom prst="roundRect">
            <a:avLst>
              <a:gd name="adj" fmla="val 72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8669" y="345269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📊</a:t>
            </a: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Comparison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498669" y="3933349"/>
            <a:ext cx="71194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multiple career options side by side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67807" y="4738330"/>
            <a:ext cx="7581186" cy="1296710"/>
          </a:xfrm>
          <a:prstGeom prst="roundRect">
            <a:avLst>
              <a:gd name="adj" fmla="val 72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8669" y="496919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📄</a:t>
            </a: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PDF Export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98669" y="5449848"/>
            <a:ext cx="71194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One-click report generation via html2canvas + jsPDF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67807" y="6254829"/>
            <a:ext cx="7581186" cy="1296710"/>
          </a:xfrm>
          <a:prstGeom prst="roundRect">
            <a:avLst>
              <a:gd name="adj" fmla="val 723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8669" y="648569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⚙️</a:t>
            </a: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Developer Mode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498669" y="6966347"/>
            <a:ext cx="71194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your own API key for direct Gemini integration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2FED86-98CC-F276-0917-FE97505C5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603694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0555"/>
            <a:ext cx="7461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06310"/>
            <a:ext cx="44896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 PathForge Achieves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8745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PathForge AI empowers students and early professionals to move beyond guesswork. By combining AI predictions with intuitive design, it delivers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clarity, confidence, and actionable direction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career planning.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194215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4545925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4477703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career uncertainty through real-time, personalized, data-driven guidance.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1906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What's Next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2522815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36637" y="2515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Live Job APIs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336637" y="3096935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real-time job listings from LinkedIn, Indeed, and more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4283393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36637" y="4276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ML Models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336637" y="4857512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 trained models for hyper-personalized predictions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6043970"/>
            <a:ext cx="340162" cy="3401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36637" y="6036945"/>
            <a:ext cx="31287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College Recommender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8336637" y="6618089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 career paths with the best institutions and programs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478</Words>
  <Application>Microsoft Office PowerPoint</Application>
  <PresentationFormat>Custom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Merriweather Bold</vt:lpstr>
      <vt:lpstr>Consolas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 Sanjay</cp:lastModifiedBy>
  <cp:revision>2</cp:revision>
  <dcterms:created xsi:type="dcterms:W3CDTF">2026-04-18T04:07:27Z</dcterms:created>
  <dcterms:modified xsi:type="dcterms:W3CDTF">2026-04-18T04:43:40Z</dcterms:modified>
</cp:coreProperties>
</file>